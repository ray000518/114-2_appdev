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7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AF624B-C8C4-8CBA-89D9-85D5DF50D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B4E701-79BC-4E2A-D5FB-28671FECC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54F68F-85F1-7EED-06A3-5899FBDE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E4C94-A2D4-4BFC-A959-3357AEBAE2AF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B88AC6-90DB-B48A-0874-4DE5EAB6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5ABB80-4D9D-5091-1652-17C63611D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A5A1C-5355-4CAC-93AB-6E0317041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49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B8153B-DAEE-437B-D3AE-57ED0E7F9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BA3517-4E30-8250-4FE4-EDB836422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C60A25-B3A4-A786-9813-9585E255D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E4C94-A2D4-4BFC-A959-3357AEBAE2AF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167C93-BEAB-8E86-7374-4148A0D0F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088966-AD18-F58D-168D-B01FAF0E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A5A1C-5355-4CAC-93AB-6E0317041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3481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ECE542-AB42-4FDF-E0DF-810E7891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ABBFFE-35B4-EA2E-009C-CF1F32D76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0312D7-0FA4-E6D5-7B5E-B224D77B7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E4C94-A2D4-4BFC-A959-3357AEBAE2AF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022E37-A143-F8CA-5A04-DC4D25E0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27C33B-1D52-4516-4CA7-57B83AD9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A5A1C-5355-4CAC-93AB-6E0317041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9668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7F417E-244F-CC7A-9F55-6DBE941E4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DF3748-5E67-B2E7-693D-87DC0F7AA5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89A0000-9ADD-7489-DCF4-73A4C2A0B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4F7B028-79C4-35A7-E836-F3295293C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E4C94-A2D4-4BFC-A959-3357AEBAE2AF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A879430-7C10-80B9-20A6-B803858D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4B604B8-3153-565A-0492-AD0D9654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A5A1C-5355-4CAC-93AB-6E0317041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627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107C0A-3BFE-E688-F8BF-9E97331A5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E91B65-A7C3-7355-C431-69D1BBEA6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2F2FD6-D2D3-BDED-59EB-8537A7925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0F0F763-C61F-FFB9-3100-A656D4DC26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B7D625-2265-8970-996E-B000F6020A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74ED7D1-10B4-3E2B-FDEE-D1FB43B39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E4C94-A2D4-4BFC-A959-3357AEBAE2AF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8C0B51F-2EA3-6CAE-BC9B-0447984F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8962C97-A875-15C3-1B4A-C732F158C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A5A1C-5355-4CAC-93AB-6E0317041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487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21356A-56A6-26E3-A550-D55DBBBFB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E92CE2F-63B6-0853-EE16-7D30450A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E4C94-A2D4-4BFC-A959-3357AEBAE2AF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335AF2B-E992-91A2-C1B1-9C22064E6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BA6F0E4-4776-924B-7AC8-438194D7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A5A1C-5355-4CAC-93AB-6E0317041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4048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0DAC7CE-8C90-D15B-38A4-00033084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E4C94-A2D4-4BFC-A959-3357AEBAE2AF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62F7657-8077-8C98-CDFD-87D9BC79B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CBD554-713E-E6FA-2D01-A5FE624E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A5A1C-5355-4CAC-93AB-6E0317041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7317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2E561F-BA40-7E62-2242-0B68394EC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8CA314-CB66-D4B1-B288-855E3D9FC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E64662-2F1E-C115-C7F8-539C0C7E4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0F88646-4417-3930-2740-438661FB5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E4C94-A2D4-4BFC-A959-3357AEBAE2AF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F14B27-1285-6B5E-0E80-247581715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8BF889-008A-CB96-9D44-3C41C085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A5A1C-5355-4CAC-93AB-6E0317041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4939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36AEE7-49A0-B3B8-31BA-4293DE57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5A9272A-BBBC-883A-21C6-6FFF7AB410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4E07D5B-615A-C7B1-C111-0DE811E1C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D8D312A-9B8B-E6FA-C9D5-936A5278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E4C94-A2D4-4BFC-A959-3357AEBAE2AF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587E2FC-6637-93BB-9389-AF57046EA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6C70C5-35F1-B8C3-264C-0B8691232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A5A1C-5355-4CAC-93AB-6E0317041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42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443AE1-732F-C04E-81B2-C8EB374D1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BED854-3D0B-B43F-F834-77AE967CC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EEC0EC-8151-DD9A-E082-B8E9392E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E4C94-A2D4-4BFC-A959-3357AEBAE2AF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8A24B4-5804-1617-04F6-BAAA25ED3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3732F6-AF62-23E8-6574-EA2675C6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A5A1C-5355-4CAC-93AB-6E0317041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980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52629F3-71B7-BBA7-8FB7-DB0C4DDB4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51842AD-6C01-9F80-1CEA-14FF44560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61D3AE-C814-C157-D86F-840385D77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E4C94-A2D4-4BFC-A959-3357AEBAE2AF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080B95-AFEC-9F8D-8189-C6AEDDAC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7BD353-28C3-F920-E1D2-864C73CB6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A5A1C-5355-4CAC-93AB-6E0317041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209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B67E76D-2E29-296E-3A94-FCA356704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379E716-41D0-9ECF-3B1A-938613DA9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7A9592-C2D4-D345-89F1-699D7BF4E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E4C94-A2D4-4BFC-A959-3357AEBAE2AF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138B39-1A44-D4C6-FF46-7451E974F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D55D3E-5BD7-B88F-D65C-B2F44835F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EA5A1C-5355-4CAC-93AB-6E0317041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887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A67D15-2CCF-6EAC-5D58-EC99A6FB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H="1" flipV="1">
            <a:off x="12616873" y="1348942"/>
            <a:ext cx="813376" cy="1902257"/>
          </a:xfrm>
        </p:spPr>
        <p:txBody>
          <a:bodyPr>
            <a:normAutofit/>
          </a:bodyPr>
          <a:lstStyle/>
          <a:p>
            <a:endParaRPr lang="zh-TW" altLang="en-US" dirty="0"/>
          </a:p>
        </p:txBody>
      </p:sp>
      <p:pic>
        <p:nvPicPr>
          <p:cNvPr id="5" name="內容版面配置區 4" descr="一張含有 地面, 戶外, 垃圾, 海灘 的圖片&#10;&#10;AI 產生的內容可能不正確。">
            <a:extLst>
              <a:ext uri="{FF2B5EF4-FFF2-40B4-BE49-F238E27FC236}">
                <a16:creationId xmlns:a16="http://schemas.microsoft.com/office/drawing/2014/main" id="{559A58C4-EF5D-9793-787A-3CBD74419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2" y="3401373"/>
            <a:ext cx="2703104" cy="1795030"/>
          </a:xfrm>
        </p:spPr>
      </p:pic>
      <p:pic>
        <p:nvPicPr>
          <p:cNvPr id="7" name="圖片 6" descr="一張含有 油畫, 寫生, 圖畫, 藝術 的圖片&#10;&#10;AI 產生的內容可能不正確。">
            <a:extLst>
              <a:ext uri="{FF2B5EF4-FFF2-40B4-BE49-F238E27FC236}">
                <a16:creationId xmlns:a16="http://schemas.microsoft.com/office/drawing/2014/main" id="{BCA6DD79-49E8-5DF0-B171-586466995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757" y="865693"/>
            <a:ext cx="2076450" cy="1409700"/>
          </a:xfrm>
          <a:prstGeom prst="rect">
            <a:avLst/>
          </a:prstGeom>
        </p:spPr>
      </p:pic>
      <p:pic>
        <p:nvPicPr>
          <p:cNvPr id="9" name="圖片 8" descr="一張含有 寫生, 圖畫, 美工圖案, 設計 的圖片&#10;&#10;AI 產生的內容可能不正確。">
            <a:extLst>
              <a:ext uri="{FF2B5EF4-FFF2-40B4-BE49-F238E27FC236}">
                <a16:creationId xmlns:a16="http://schemas.microsoft.com/office/drawing/2014/main" id="{478B08A1-63E6-EC70-C4EB-173CC5E213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455110">
            <a:off x="3679661" y="2812058"/>
            <a:ext cx="1126327" cy="700405"/>
          </a:xfrm>
          <a:prstGeom prst="rect">
            <a:avLst/>
          </a:prstGeom>
        </p:spPr>
      </p:pic>
      <p:pic>
        <p:nvPicPr>
          <p:cNvPr id="11" name="圖片 10" descr="一張含有 寫生, 圖畫, 美工圖案, 設計 的圖片&#10;&#10;AI 產生的內容可能不正確。">
            <a:extLst>
              <a:ext uri="{FF2B5EF4-FFF2-40B4-BE49-F238E27FC236}">
                <a16:creationId xmlns:a16="http://schemas.microsoft.com/office/drawing/2014/main" id="{EA1ED6C1-397D-63EC-3451-3E22D8E0E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352609">
            <a:off x="5304270" y="2927350"/>
            <a:ext cx="1133475" cy="704850"/>
          </a:xfrm>
          <a:prstGeom prst="rect">
            <a:avLst/>
          </a:prstGeom>
        </p:spPr>
      </p:pic>
      <p:pic>
        <p:nvPicPr>
          <p:cNvPr id="13" name="圖片 12" descr="一張含有 寫生, 圖畫, 美工圖案, 設計 的圖片&#10;&#10;AI 產生的內容可能不正確。">
            <a:extLst>
              <a:ext uri="{FF2B5EF4-FFF2-40B4-BE49-F238E27FC236}">
                <a16:creationId xmlns:a16="http://schemas.microsoft.com/office/drawing/2014/main" id="{9AFA78D2-6C7A-69A4-E5F3-E6E225C9B8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92163">
            <a:off x="7188489" y="2724150"/>
            <a:ext cx="1133475" cy="704850"/>
          </a:xfrm>
          <a:prstGeom prst="rect">
            <a:avLst/>
          </a:prstGeom>
        </p:spPr>
      </p:pic>
      <p:pic>
        <p:nvPicPr>
          <p:cNvPr id="15" name="圖片 14" descr="一張含有 寫生, 設計, Rectangle, 行 的圖片&#10;&#10;AI 產生的內容可能不正確。">
            <a:extLst>
              <a:ext uri="{FF2B5EF4-FFF2-40B4-BE49-F238E27FC236}">
                <a16:creationId xmlns:a16="http://schemas.microsoft.com/office/drawing/2014/main" id="{1B3E575C-D4C2-3FD5-D9AA-EAC66EA9F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339" y="3921306"/>
            <a:ext cx="2143125" cy="2143125"/>
          </a:xfrm>
          <a:prstGeom prst="rect">
            <a:avLst/>
          </a:prstGeom>
        </p:spPr>
      </p:pic>
      <p:pic>
        <p:nvPicPr>
          <p:cNvPr id="19" name="圖片 18" descr="一張含有 文字, 螢幕擷取畫面, 字型, 標誌 的圖片&#10;&#10;AI 產生的內容可能不正確。">
            <a:extLst>
              <a:ext uri="{FF2B5EF4-FFF2-40B4-BE49-F238E27FC236}">
                <a16:creationId xmlns:a16="http://schemas.microsoft.com/office/drawing/2014/main" id="{3088F99F-2A92-780B-8F81-F208D0C4F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898" y="35674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02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435DBB-ABBC-29AD-E3AC-D37535430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4A60A77-DC74-CB8E-937A-58D9366935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" name="圖片 6" descr="一張含有 文字, 卡通, 平面設計, 美工圖案 的圖片&#10;&#10;AI 產生的內容可能不正確。">
            <a:extLst>
              <a:ext uri="{FF2B5EF4-FFF2-40B4-BE49-F238E27FC236}">
                <a16:creationId xmlns:a16="http://schemas.microsoft.com/office/drawing/2014/main" id="{79CB326E-7445-56D5-48A7-C375E1C86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42" y="0"/>
            <a:ext cx="114357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9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1</cp:revision>
  <dcterms:created xsi:type="dcterms:W3CDTF">2026-05-28T03:24:06Z</dcterms:created>
  <dcterms:modified xsi:type="dcterms:W3CDTF">2026-05-28T03:57:55Z</dcterms:modified>
</cp:coreProperties>
</file>